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</p:sldIdLst>
  <p:sldSz cy="6858000" cx="12192000"/>
  <p:notesSz cx="6858000" cy="9144000"/>
  <p:embeddedFontLst>
    <p:embeddedFont>
      <p:font typeface="Century Gothic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20" roundtripDataSignature="AMtx7mhbIcJvEMfA4EdFBR6mcEzk+ES/k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customschemas.google.com/relationships/presentationmetadata" Target="metadata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font" Target="fonts/CenturyGothic-bold.fntdata"/><Relationship Id="rId16" Type="http://schemas.openxmlformats.org/officeDocument/2006/relationships/font" Target="fonts/CenturyGothic-regular.fntdata"/><Relationship Id="rId5" Type="http://schemas.openxmlformats.org/officeDocument/2006/relationships/slide" Target="slides/slide1.xml"/><Relationship Id="rId19" Type="http://schemas.openxmlformats.org/officeDocument/2006/relationships/font" Target="fonts/CenturyGothic-boldItalic.fntdata"/><Relationship Id="rId6" Type="http://schemas.openxmlformats.org/officeDocument/2006/relationships/slide" Target="slides/slide2.xml"/><Relationship Id="rId18" Type="http://schemas.openxmlformats.org/officeDocument/2006/relationships/font" Target="fonts/CenturyGothic-italic.fntdata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Rylan</a:t>
            </a:r>
            <a:endParaRPr/>
          </a:p>
        </p:txBody>
      </p:sp>
      <p:sp>
        <p:nvSpPr>
          <p:cNvPr id="253" name="Google Shape;25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Rylan</a:t>
            </a:r>
            <a:endParaRPr/>
          </a:p>
        </p:txBody>
      </p:sp>
      <p:sp>
        <p:nvSpPr>
          <p:cNvPr id="259" name="Google Shape;259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Rylan</a:t>
            </a:r>
            <a:endParaRPr/>
          </a:p>
        </p:txBody>
      </p:sp>
      <p:sp>
        <p:nvSpPr>
          <p:cNvPr id="265" name="Google Shape;265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Rylan</a:t>
            </a:r>
            <a:endParaRPr/>
          </a:p>
        </p:txBody>
      </p:sp>
      <p:sp>
        <p:nvSpPr>
          <p:cNvPr id="271" name="Google Shape;271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4" name="Google Shape;284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4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6" name="Google Shape;296;p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1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1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22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oogle Shape;23;p13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4" name="Google Shape;24;p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5" name="Google Shape;25;p13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26" name="Google Shape;26;p13"/>
          <p:cNvSpPr txBox="1"/>
          <p:nvPr>
            <p:ph type="ctrTitle"/>
          </p:nvPr>
        </p:nvSpPr>
        <p:spPr>
          <a:xfrm>
            <a:off x="1154955" y="2099733"/>
            <a:ext cx="8825658" cy="267764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400"/>
              <a:buFont typeface="Century Gothic"/>
              <a:buNone/>
              <a:defRPr sz="5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13"/>
          <p:cNvSpPr txBox="1"/>
          <p:nvPr>
            <p:ph idx="1" type="subTitle"/>
          </p:nvPr>
        </p:nvSpPr>
        <p:spPr>
          <a:xfrm>
            <a:off x="1154955" y="4777380"/>
            <a:ext cx="8825658" cy="8614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1000"/>
              </a:spcBef>
              <a:spcAft>
                <a:spcPts val="0"/>
              </a:spcAft>
              <a:buSzPts val="1440"/>
              <a:buNone/>
              <a:defRPr cap="none">
                <a:solidFill>
                  <a:srgbClr val="EE52A4"/>
                </a:solidFill>
              </a:defRPr>
            </a:lvl1pPr>
            <a:lvl2pPr lvl="1" algn="ctr">
              <a:spcBef>
                <a:spcPts val="1000"/>
              </a:spcBef>
              <a:spcAft>
                <a:spcPts val="0"/>
              </a:spcAft>
              <a:buSzPts val="128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1000"/>
              </a:spcBef>
              <a:spcAft>
                <a:spcPts val="0"/>
              </a:spcAft>
              <a:buSzPts val="112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1000"/>
              </a:spcBef>
              <a:spcAft>
                <a:spcPts val="0"/>
              </a:spcAft>
              <a:buSzPts val="96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" name="Google Shape;28;p13"/>
          <p:cNvSpPr txBox="1"/>
          <p:nvPr>
            <p:ph idx="10" type="dt"/>
          </p:nvPr>
        </p:nvSpPr>
        <p:spPr>
          <a:xfrm rot="5400000">
            <a:off x="10158984" y="1792224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1" type="ftr"/>
          </p:nvPr>
        </p:nvSpPr>
        <p:spPr>
          <a:xfrm rot="5400000">
            <a:off x="8951976" y="3227832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13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14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14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14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14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Google Shape;39;p1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40" name="Google Shape;40;p1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15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2" name="Google Shape;42;p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3" name="Google Shape;43;p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4" name="Google Shape;44;p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5" name="Google Shape;45;p15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6" name="Google Shape;46;p15"/>
            <p:cNvSpPr/>
            <p:nvPr/>
          </p:nvSpPr>
          <p:spPr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7" name="Google Shape;47;p15"/>
            <p:cNvSpPr/>
            <p:nvPr/>
          </p:nvSpPr>
          <p:spPr>
            <a:xfrm rot="-5400000">
              <a:off x="3787244" y="2801721"/>
              <a:ext cx="6053670" cy="1254558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48" name="Google Shape;48;p15"/>
            <p:cNvSpPr/>
            <p:nvPr/>
          </p:nvSpPr>
          <p:spPr>
            <a:xfrm rot="-5677511">
              <a:off x="4698352" y="1826078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9" name="Google Shape;49;p15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50" name="Google Shape;50;p15"/>
          <p:cNvSpPr txBox="1"/>
          <p:nvPr>
            <p:ph type="title"/>
          </p:nvPr>
        </p:nvSpPr>
        <p:spPr>
          <a:xfrm>
            <a:off x="1154954" y="2677645"/>
            <a:ext cx="4351025" cy="2283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b="0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5"/>
          <p:cNvSpPr txBox="1"/>
          <p:nvPr>
            <p:ph idx="1" type="body"/>
          </p:nvPr>
        </p:nvSpPr>
        <p:spPr>
          <a:xfrm>
            <a:off x="6895559" y="2677644"/>
            <a:ext cx="3757545" cy="228382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cap="none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2" name="Google Shape;52;p15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5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5" name="Google Shape;55;p15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6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16"/>
          <p:cNvSpPr txBox="1"/>
          <p:nvPr>
            <p:ph idx="1" type="body"/>
          </p:nvPr>
        </p:nvSpPr>
        <p:spPr>
          <a:xfrm>
            <a:off x="1154954" y="2603500"/>
            <a:ext cx="4825158" cy="34163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59" name="Google Shape;59;p16"/>
          <p:cNvSpPr txBox="1"/>
          <p:nvPr>
            <p:ph idx="2" type="body"/>
          </p:nvPr>
        </p:nvSpPr>
        <p:spPr>
          <a:xfrm>
            <a:off x="6208712" y="2603500"/>
            <a:ext cx="48251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0" name="Google Shape;60;p16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16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16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7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17"/>
          <p:cNvSpPr txBox="1"/>
          <p:nvPr>
            <p:ph idx="1" type="body"/>
          </p:nvPr>
        </p:nvSpPr>
        <p:spPr>
          <a:xfrm>
            <a:off x="1154954" y="2603500"/>
            <a:ext cx="4825157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chemeClr val="accent1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66" name="Google Shape;66;p17"/>
          <p:cNvSpPr txBox="1"/>
          <p:nvPr>
            <p:ph idx="2" type="body"/>
          </p:nvPr>
        </p:nvSpPr>
        <p:spPr>
          <a:xfrm>
            <a:off x="1154954" y="3179762"/>
            <a:ext cx="4825158" cy="28400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67" name="Google Shape;67;p17"/>
          <p:cNvSpPr txBox="1"/>
          <p:nvPr>
            <p:ph idx="3" type="body"/>
          </p:nvPr>
        </p:nvSpPr>
        <p:spPr>
          <a:xfrm>
            <a:off x="6208712" y="2603500"/>
            <a:ext cx="4825159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chemeClr val="accent1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68" name="Google Shape;68;p17"/>
          <p:cNvSpPr txBox="1"/>
          <p:nvPr>
            <p:ph idx="4" type="body"/>
          </p:nvPr>
        </p:nvSpPr>
        <p:spPr>
          <a:xfrm>
            <a:off x="6208712" y="3179762"/>
            <a:ext cx="4825159" cy="28400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 sz="1800"/>
            </a:lvl1pPr>
            <a:lvl2pPr indent="-309880" lvl="1" marL="914400" algn="l">
              <a:spcBef>
                <a:spcPts val="1000"/>
              </a:spcBef>
              <a:spcAft>
                <a:spcPts val="0"/>
              </a:spcAft>
              <a:buSzPts val="1280"/>
              <a:buChar char="►"/>
              <a:defRPr sz="1600"/>
            </a:lvl2pPr>
            <a:lvl3pPr indent="-299719" lvl="2" marL="1371600" algn="l">
              <a:spcBef>
                <a:spcPts val="1000"/>
              </a:spcBef>
              <a:spcAft>
                <a:spcPts val="0"/>
              </a:spcAft>
              <a:buSzPts val="1120"/>
              <a:buChar char="►"/>
              <a:defRPr sz="1400"/>
            </a:lvl3pPr>
            <a:lvl4pPr indent="-289560" lvl="3" marL="1828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4pPr>
            <a:lvl5pPr indent="-289560" lvl="4" marL="22860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5pPr>
            <a:lvl6pPr indent="-289560" lvl="5" marL="27432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6pPr>
            <a:lvl7pPr indent="-289560" lvl="6" marL="32004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7pPr>
            <a:lvl8pPr indent="-289559" lvl="7" marL="36576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8pPr>
            <a:lvl9pPr indent="-289559" lvl="8" marL="4114800" algn="l">
              <a:spcBef>
                <a:spcPts val="1000"/>
              </a:spcBef>
              <a:spcAft>
                <a:spcPts val="0"/>
              </a:spcAft>
              <a:buSzPts val="960"/>
              <a:buChar char="►"/>
              <a:defRPr sz="1200"/>
            </a:lvl9pPr>
          </a:lstStyle>
          <a:p/>
        </p:txBody>
      </p:sp>
      <p:sp>
        <p:nvSpPr>
          <p:cNvPr id="69" name="Google Shape;69;p17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7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8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8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8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8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9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9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19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showMasterSp="0" type="objTx">
  <p:cSld name="OBJECT_WITH_CAPTION_TEXT"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20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84" name="Google Shape;84;p2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20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6" name="Google Shape;86;p20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7" name="Google Shape;87;p20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8" name="Google Shape;88;p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9" name="Google Shape;89;p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0" name="Google Shape;90;p20"/>
            <p:cNvSpPr/>
            <p:nvPr/>
          </p:nvSpPr>
          <p:spPr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1" name="Google Shape;91;p20"/>
            <p:cNvSpPr/>
            <p:nvPr/>
          </p:nvSpPr>
          <p:spPr>
            <a:xfrm rot="-5677511">
              <a:off x="3140485" y="1826078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2" name="Google Shape;92;p20"/>
            <p:cNvSpPr/>
            <p:nvPr/>
          </p:nvSpPr>
          <p:spPr>
            <a:xfrm rot="-5400000">
              <a:off x="2229377" y="2801721"/>
              <a:ext cx="6053670" cy="1254558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93" name="Google Shape;93;p20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94" name="Google Shape;94;p20"/>
          <p:cNvSpPr txBox="1"/>
          <p:nvPr>
            <p:ph type="title"/>
          </p:nvPr>
        </p:nvSpPr>
        <p:spPr>
          <a:xfrm>
            <a:off x="1154955" y="1295400"/>
            <a:ext cx="2793158" cy="1600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Century Gothic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20"/>
          <p:cNvSpPr txBox="1"/>
          <p:nvPr>
            <p:ph idx="1" type="body"/>
          </p:nvPr>
        </p:nvSpPr>
        <p:spPr>
          <a:xfrm>
            <a:off x="5781146" y="1447800"/>
            <a:ext cx="5190066" cy="4572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96" name="Google Shape;96;p20"/>
          <p:cNvSpPr txBox="1"/>
          <p:nvPr>
            <p:ph idx="2" type="body"/>
          </p:nvPr>
        </p:nvSpPr>
        <p:spPr>
          <a:xfrm>
            <a:off x="1154954" y="3129280"/>
            <a:ext cx="2793158" cy="289559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97" name="Google Shape;97;p20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20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9" name="Google Shape;99;p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20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2" name="Google Shape;102;p21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03" name="Google Shape;103;p2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4" name="Google Shape;104;p21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5" name="Google Shape;105;p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6" name="Google Shape;106;p21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7" name="Google Shape;107;p21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8" name="Google Shape;108;p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9" name="Google Shape;109;p21"/>
            <p:cNvSpPr/>
            <p:nvPr/>
          </p:nvSpPr>
          <p:spPr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0" name="Google Shape;110;p21"/>
            <p:cNvSpPr/>
            <p:nvPr/>
          </p:nvSpPr>
          <p:spPr>
            <a:xfrm rot="-5677511">
              <a:off x="4203594" y="1826078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1" name="Google Shape;111;p21"/>
            <p:cNvSpPr/>
            <p:nvPr/>
          </p:nvSpPr>
          <p:spPr>
            <a:xfrm rot="-5400000">
              <a:off x="3295432" y="2801721"/>
              <a:ext cx="6053670" cy="1254558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12" name="Google Shape;112;p21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13" name="Google Shape;113;p21"/>
          <p:cNvSpPr txBox="1"/>
          <p:nvPr>
            <p:ph type="title"/>
          </p:nvPr>
        </p:nvSpPr>
        <p:spPr>
          <a:xfrm>
            <a:off x="1154955" y="1693333"/>
            <a:ext cx="3865134" cy="173566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 b="0"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21"/>
          <p:cNvSpPr/>
          <p:nvPr>
            <p:ph idx="2" type="pic"/>
          </p:nvPr>
        </p:nvSpPr>
        <p:spPr>
          <a:xfrm>
            <a:off x="6547870" y="1143000"/>
            <a:ext cx="3227193" cy="4572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15" name="Google Shape;115;p21"/>
          <p:cNvSpPr txBox="1"/>
          <p:nvPr>
            <p:ph idx="1" type="body"/>
          </p:nvPr>
        </p:nvSpPr>
        <p:spPr>
          <a:xfrm>
            <a:off x="1154954" y="3657600"/>
            <a:ext cx="3859212" cy="137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16" name="Google Shape;116;p21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21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8" name="Google Shape;118;p21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anoramic Picture with Caption">
  <p:cSld name="Panoramic Picture with Caption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1" name="Google Shape;121;p2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2" name="Google Shape;122;p2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3" name="Google Shape;123;p2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4" name="Google Shape;124;p2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5" name="Google Shape;125;p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6" name="Google Shape;126;p22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7" name="Google Shape;127;p22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8" name="Google Shape;128;p22"/>
            <p:cNvSpPr/>
            <p:nvPr/>
          </p:nvSpPr>
          <p:spPr>
            <a:xfrm rot="10371525">
              <a:off x="263767" y="4438254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9" name="Google Shape;129;p22"/>
            <p:cNvSpPr/>
            <p:nvPr/>
          </p:nvSpPr>
          <p:spPr>
            <a:xfrm rot="10800000">
              <a:off x="459506" y="321130"/>
              <a:ext cx="11277600" cy="4533900"/>
            </a:xfrm>
            <a:custGeom>
              <a:rect b="b" l="l" r="r" t="t"/>
              <a:pathLst>
                <a:path extrusionOk="0" h="2856" w="7104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30" name="Google Shape;130;p22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31" name="Google Shape;131;p22"/>
          <p:cNvSpPr txBox="1"/>
          <p:nvPr>
            <p:ph type="title"/>
          </p:nvPr>
        </p:nvSpPr>
        <p:spPr>
          <a:xfrm>
            <a:off x="1154954" y="4969927"/>
            <a:ext cx="8825659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400"/>
              <a:buFont typeface="Century Gothic"/>
              <a:buNone/>
              <a:defRPr b="0" sz="24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2" name="Google Shape;132;p22"/>
          <p:cNvSpPr/>
          <p:nvPr>
            <p:ph idx="2" type="pic"/>
          </p:nvPr>
        </p:nvSpPr>
        <p:spPr>
          <a:xfrm>
            <a:off x="1154954" y="685800"/>
            <a:ext cx="8825659" cy="342900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133" name="Google Shape;133;p22"/>
          <p:cNvSpPr txBox="1"/>
          <p:nvPr>
            <p:ph idx="1" type="body"/>
          </p:nvPr>
        </p:nvSpPr>
        <p:spPr>
          <a:xfrm>
            <a:off x="1154954" y="5536665"/>
            <a:ext cx="8825658" cy="4937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34" name="Google Shape;134;p22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22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6" name="Google Shape;136;p2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22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aption" showMasterSp="0">
  <p:cSld name="Title and Caption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9" name="Google Shape;139;p23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0" name="Google Shape;140;p2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1" name="Google Shape;141;p2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2" name="Google Shape;142;p23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3" name="Google Shape;143;p23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4" name="Google Shape;144;p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5" name="Google Shape;145;p23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6" name="Google Shape;146;p23"/>
            <p:cNvSpPr/>
            <p:nvPr/>
          </p:nvSpPr>
          <p:spPr>
            <a:xfrm rot="-589932">
              <a:off x="8490951" y="2714874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7" name="Google Shape;147;p23"/>
            <p:cNvSpPr/>
            <p:nvPr/>
          </p:nvSpPr>
          <p:spPr>
            <a:xfrm>
              <a:off x="455612" y="2801319"/>
              <a:ext cx="11277600" cy="3602637"/>
            </a:xfrm>
            <a:custGeom>
              <a:rect b="b" l="l" r="r" t="t"/>
              <a:pathLst>
                <a:path extrusionOk="0" h="7946" w="10000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48" name="Google Shape;148;p23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49" name="Google Shape;149;p23"/>
          <p:cNvSpPr txBox="1"/>
          <p:nvPr>
            <p:ph type="title"/>
          </p:nvPr>
        </p:nvSpPr>
        <p:spPr>
          <a:xfrm>
            <a:off x="1148798" y="1063417"/>
            <a:ext cx="8831816" cy="137298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sz="4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23"/>
          <p:cNvSpPr txBox="1"/>
          <p:nvPr>
            <p:ph idx="1" type="body"/>
          </p:nvPr>
        </p:nvSpPr>
        <p:spPr>
          <a:xfrm>
            <a:off x="1154954" y="3543300"/>
            <a:ext cx="8825659" cy="2476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51" name="Google Shape;151;p23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23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23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with Caption" showMasterSp="0">
  <p:cSld name="Quote with Caption"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6" name="Google Shape;156;p24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57" name="Google Shape;157;p24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8" name="Google Shape;158;p2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9" name="Google Shape;159;p2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0" name="Google Shape;160;p24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1" name="Google Shape;161;p24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2" name="Google Shape;162;p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3" name="Google Shape;163;p24"/>
            <p:cNvSpPr/>
            <p:nvPr/>
          </p:nvSpPr>
          <p:spPr>
            <a:xfrm rot="-589932">
              <a:off x="8490951" y="4185117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4" name="Google Shape;164;p24"/>
            <p:cNvSpPr/>
            <p:nvPr/>
          </p:nvSpPr>
          <p:spPr>
            <a:xfrm>
              <a:off x="455612" y="4241801"/>
              <a:ext cx="11277600" cy="2337161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65" name="Google Shape;165;p24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66" name="Google Shape;166;p24"/>
          <p:cNvSpPr txBox="1"/>
          <p:nvPr/>
        </p:nvSpPr>
        <p:spPr>
          <a:xfrm>
            <a:off x="881566" y="607336"/>
            <a:ext cx="801912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00" u="none" cap="none" strike="noStrike">
                <a:solidFill>
                  <a:srgbClr val="EE52A4"/>
                </a:solidFill>
                <a:latin typeface="Arial"/>
                <a:ea typeface="Arial"/>
                <a:cs typeface="Arial"/>
                <a:sym typeface="Arial"/>
              </a:rPr>
              <a:t>“</a:t>
            </a:r>
            <a:endParaRPr/>
          </a:p>
        </p:txBody>
      </p:sp>
      <p:sp>
        <p:nvSpPr>
          <p:cNvPr id="167" name="Google Shape;167;p24"/>
          <p:cNvSpPr txBox="1"/>
          <p:nvPr/>
        </p:nvSpPr>
        <p:spPr>
          <a:xfrm>
            <a:off x="9884458" y="2613787"/>
            <a:ext cx="652763" cy="15696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9600" u="none" cap="none" strike="noStrike">
                <a:solidFill>
                  <a:srgbClr val="EE52A4"/>
                </a:solidFill>
                <a:latin typeface="Arial"/>
                <a:ea typeface="Arial"/>
                <a:cs typeface="Arial"/>
                <a:sym typeface="Arial"/>
              </a:rPr>
              <a:t>”</a:t>
            </a:r>
            <a:endParaRPr/>
          </a:p>
        </p:txBody>
      </p:sp>
      <p:sp>
        <p:nvSpPr>
          <p:cNvPr id="168" name="Google Shape;168;p24"/>
          <p:cNvSpPr txBox="1"/>
          <p:nvPr>
            <p:ph type="title"/>
          </p:nvPr>
        </p:nvSpPr>
        <p:spPr>
          <a:xfrm>
            <a:off x="1581878" y="982134"/>
            <a:ext cx="8453906" cy="269663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sz="40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9" name="Google Shape;169;p24"/>
          <p:cNvSpPr txBox="1"/>
          <p:nvPr>
            <p:ph idx="1" type="body"/>
          </p:nvPr>
        </p:nvSpPr>
        <p:spPr>
          <a:xfrm>
            <a:off x="1945945" y="3678766"/>
            <a:ext cx="7731219" cy="34217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b="0" i="0" sz="1400" cap="small">
                <a:solidFill>
                  <a:srgbClr val="EE52A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70" name="Google Shape;170;p24"/>
          <p:cNvSpPr txBox="1"/>
          <p:nvPr>
            <p:ph idx="2" type="body"/>
          </p:nvPr>
        </p:nvSpPr>
        <p:spPr>
          <a:xfrm>
            <a:off x="1154954" y="5029199"/>
            <a:ext cx="9244897" cy="997857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71" name="Google Shape;171;p24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2" name="Google Shape;172;p24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24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24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ame Card" showMasterSp="0">
  <p:cSld name="Name Card"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6" name="Google Shape;176;p25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7" name="Google Shape;177;p25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8" name="Google Shape;178;p25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9" name="Google Shape;179;p2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0" name="Google Shape;180;p2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1" name="Google Shape;181;p2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2" name="Google Shape;182;p25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3" name="Google Shape;183;p25"/>
            <p:cNvSpPr/>
            <p:nvPr/>
          </p:nvSpPr>
          <p:spPr>
            <a:xfrm rot="-589932">
              <a:off x="8490951" y="4193583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4" name="Google Shape;184;p25"/>
            <p:cNvSpPr/>
            <p:nvPr/>
          </p:nvSpPr>
          <p:spPr>
            <a:xfrm>
              <a:off x="455612" y="4241801"/>
              <a:ext cx="11277600" cy="2337161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85" name="Google Shape;185;p25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86" name="Google Shape;186;p25"/>
          <p:cNvSpPr txBox="1"/>
          <p:nvPr>
            <p:ph type="title"/>
          </p:nvPr>
        </p:nvSpPr>
        <p:spPr>
          <a:xfrm>
            <a:off x="1154954" y="2370667"/>
            <a:ext cx="8825660" cy="1822514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000"/>
              <a:buFont typeface="Century Gothic"/>
              <a:buNone/>
              <a:defRPr b="0" sz="4000" cap="none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7" name="Google Shape;187;p25"/>
          <p:cNvSpPr txBox="1"/>
          <p:nvPr>
            <p:ph idx="1" type="body"/>
          </p:nvPr>
        </p:nvSpPr>
        <p:spPr>
          <a:xfrm>
            <a:off x="1154954" y="5024967"/>
            <a:ext cx="8825659" cy="860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600"/>
              <a:buNone/>
              <a:defRPr sz="2000" cap="none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44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8" name="Google Shape;188;p25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9" name="Google Shape;189;p25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0" name="Google Shape;190;p2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1" name="Google Shape;191;p25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Column">
  <p:cSld name="3 Column"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26"/>
          <p:cNvSpPr txBox="1"/>
          <p:nvPr>
            <p:ph type="title"/>
          </p:nvPr>
        </p:nvSpPr>
        <p:spPr>
          <a:xfrm>
            <a:off x="1154954" y="973668"/>
            <a:ext cx="8825659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p26"/>
          <p:cNvSpPr txBox="1"/>
          <p:nvPr>
            <p:ph idx="1" type="body"/>
          </p:nvPr>
        </p:nvSpPr>
        <p:spPr>
          <a:xfrm>
            <a:off x="1154954" y="2603502"/>
            <a:ext cx="314187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95" name="Google Shape;195;p26"/>
          <p:cNvSpPr txBox="1"/>
          <p:nvPr>
            <p:ph idx="2" type="body"/>
          </p:nvPr>
        </p:nvSpPr>
        <p:spPr>
          <a:xfrm>
            <a:off x="1154953" y="3179764"/>
            <a:ext cx="3141879" cy="28472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96" name="Google Shape;196;p26"/>
          <p:cNvSpPr txBox="1"/>
          <p:nvPr>
            <p:ph idx="3" type="body"/>
          </p:nvPr>
        </p:nvSpPr>
        <p:spPr>
          <a:xfrm>
            <a:off x="4512721" y="2603500"/>
            <a:ext cx="3147009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97" name="Google Shape;197;p26"/>
          <p:cNvSpPr txBox="1"/>
          <p:nvPr>
            <p:ph idx="4" type="body"/>
          </p:nvPr>
        </p:nvSpPr>
        <p:spPr>
          <a:xfrm>
            <a:off x="4512721" y="3179763"/>
            <a:ext cx="3147009" cy="28472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198" name="Google Shape;198;p26"/>
          <p:cNvSpPr txBox="1"/>
          <p:nvPr>
            <p:ph idx="5" type="body"/>
          </p:nvPr>
        </p:nvSpPr>
        <p:spPr>
          <a:xfrm>
            <a:off x="7888135" y="2603501"/>
            <a:ext cx="3145730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199" name="Google Shape;199;p26"/>
          <p:cNvSpPr txBox="1"/>
          <p:nvPr>
            <p:ph idx="6" type="body"/>
          </p:nvPr>
        </p:nvSpPr>
        <p:spPr>
          <a:xfrm>
            <a:off x="7888329" y="3179762"/>
            <a:ext cx="3145536" cy="284729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cxnSp>
        <p:nvCxnSpPr>
          <p:cNvPr id="200" name="Google Shape;200;p26"/>
          <p:cNvCxnSpPr/>
          <p:nvPr/>
        </p:nvCxnSpPr>
        <p:spPr>
          <a:xfrm>
            <a:off x="4403971" y="2569633"/>
            <a:ext cx="0" cy="3492499"/>
          </a:xfrm>
          <a:prstGeom prst="straightConnector1">
            <a:avLst/>
          </a:prstGeom>
          <a:noFill/>
          <a:ln cap="flat" cmpd="sng" w="12700">
            <a:solidFill>
              <a:schemeClr val="accent1">
                <a:alpha val="40000"/>
              </a:scheme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01" name="Google Shape;201;p26"/>
          <p:cNvCxnSpPr/>
          <p:nvPr/>
        </p:nvCxnSpPr>
        <p:spPr>
          <a:xfrm>
            <a:off x="7772401" y="2569633"/>
            <a:ext cx="0" cy="3492499"/>
          </a:xfrm>
          <a:prstGeom prst="straightConnector1">
            <a:avLst/>
          </a:prstGeom>
          <a:noFill/>
          <a:ln cap="flat" cmpd="sng" w="12700">
            <a:solidFill>
              <a:schemeClr val="accent1">
                <a:alpha val="40000"/>
              </a:scheme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02" name="Google Shape;202;p26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3" name="Google Shape;203;p26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p26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 Picture Column">
  <p:cSld name="3 Picture Column"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27"/>
          <p:cNvSpPr txBox="1"/>
          <p:nvPr>
            <p:ph type="title"/>
          </p:nvPr>
        </p:nvSpPr>
        <p:spPr>
          <a:xfrm>
            <a:off x="1154954" y="973668"/>
            <a:ext cx="8825659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 sz="3600"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7" name="Google Shape;207;p27"/>
          <p:cNvSpPr txBox="1"/>
          <p:nvPr>
            <p:ph idx="1" type="body"/>
          </p:nvPr>
        </p:nvSpPr>
        <p:spPr>
          <a:xfrm>
            <a:off x="1154954" y="4532844"/>
            <a:ext cx="3050438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208" name="Google Shape;208;p27"/>
          <p:cNvSpPr/>
          <p:nvPr>
            <p:ph idx="2" type="pic"/>
          </p:nvPr>
        </p:nvSpPr>
        <p:spPr>
          <a:xfrm>
            <a:off x="1334553" y="2603500"/>
            <a:ext cx="2691242" cy="159151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209" name="Google Shape;209;p27"/>
          <p:cNvSpPr txBox="1"/>
          <p:nvPr>
            <p:ph idx="3" type="body"/>
          </p:nvPr>
        </p:nvSpPr>
        <p:spPr>
          <a:xfrm>
            <a:off x="1154954" y="5109106"/>
            <a:ext cx="3050438" cy="917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210" name="Google Shape;210;p27"/>
          <p:cNvSpPr txBox="1"/>
          <p:nvPr>
            <p:ph idx="4" type="body"/>
          </p:nvPr>
        </p:nvSpPr>
        <p:spPr>
          <a:xfrm>
            <a:off x="4568865" y="4532844"/>
            <a:ext cx="3050438" cy="57626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211" name="Google Shape;211;p27"/>
          <p:cNvSpPr/>
          <p:nvPr>
            <p:ph idx="5" type="pic"/>
          </p:nvPr>
        </p:nvSpPr>
        <p:spPr>
          <a:xfrm>
            <a:off x="4748462" y="2603500"/>
            <a:ext cx="2691243" cy="159151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212" name="Google Shape;212;p27"/>
          <p:cNvSpPr txBox="1"/>
          <p:nvPr>
            <p:ph idx="6" type="body"/>
          </p:nvPr>
        </p:nvSpPr>
        <p:spPr>
          <a:xfrm>
            <a:off x="4570172" y="5109105"/>
            <a:ext cx="3050438" cy="917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sp>
        <p:nvSpPr>
          <p:cNvPr id="213" name="Google Shape;213;p27"/>
          <p:cNvSpPr txBox="1"/>
          <p:nvPr>
            <p:ph idx="7" type="body"/>
          </p:nvPr>
        </p:nvSpPr>
        <p:spPr>
          <a:xfrm>
            <a:off x="7982775" y="4532845"/>
            <a:ext cx="3051095" cy="5762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920"/>
              <a:buNone/>
              <a:defRPr b="0" sz="2400">
                <a:solidFill>
                  <a:srgbClr val="EE52A4"/>
                </a:solidFill>
              </a:defRPr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1600"/>
              <a:buNone/>
              <a:defRPr b="1" sz="20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1440"/>
              <a:buNone/>
              <a:defRPr b="1" sz="18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1280"/>
              <a:buNone/>
              <a:defRPr b="1" sz="1600"/>
            </a:lvl9pPr>
          </a:lstStyle>
          <a:p/>
        </p:txBody>
      </p:sp>
      <p:sp>
        <p:nvSpPr>
          <p:cNvPr id="214" name="Google Shape;214;p27"/>
          <p:cNvSpPr/>
          <p:nvPr>
            <p:ph idx="8" type="pic"/>
          </p:nvPr>
        </p:nvSpPr>
        <p:spPr>
          <a:xfrm>
            <a:off x="8163031" y="2603500"/>
            <a:ext cx="2691242" cy="1591510"/>
          </a:xfrm>
          <a:prstGeom prst="roundRect">
            <a:avLst>
              <a:gd fmla="val 1858" name="adj"/>
            </a:avLst>
          </a:prstGeom>
          <a:noFill/>
          <a:ln>
            <a:noFill/>
          </a:ln>
          <a:effectLst>
            <a:outerShdw blurRad="50800" rotWithShape="0" algn="tl" dir="5400000" dist="50800">
              <a:srgbClr val="000000">
                <a:alpha val="42745"/>
              </a:srgbClr>
            </a:outerShdw>
          </a:effectLst>
        </p:spPr>
      </p:sp>
      <p:sp>
        <p:nvSpPr>
          <p:cNvPr id="215" name="Google Shape;215;p27"/>
          <p:cNvSpPr txBox="1"/>
          <p:nvPr>
            <p:ph idx="9" type="body"/>
          </p:nvPr>
        </p:nvSpPr>
        <p:spPr>
          <a:xfrm>
            <a:off x="7982775" y="5109104"/>
            <a:ext cx="3051096" cy="91795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1000"/>
              </a:spcBef>
              <a:spcAft>
                <a:spcPts val="0"/>
              </a:spcAft>
              <a:buSzPts val="1120"/>
              <a:buNone/>
              <a:defRPr sz="1400"/>
            </a:lvl1pPr>
            <a:lvl2pPr indent="-228600" lvl="1" marL="914400" algn="l">
              <a:spcBef>
                <a:spcPts val="1000"/>
              </a:spcBef>
              <a:spcAft>
                <a:spcPts val="0"/>
              </a:spcAft>
              <a:buSzPts val="960"/>
              <a:buNone/>
              <a:defRPr sz="1200"/>
            </a:lvl2pPr>
            <a:lvl3pPr indent="-228600" lvl="2" marL="1371600" algn="l">
              <a:spcBef>
                <a:spcPts val="1000"/>
              </a:spcBef>
              <a:spcAft>
                <a:spcPts val="0"/>
              </a:spcAft>
              <a:buSzPts val="800"/>
              <a:buNone/>
              <a:defRPr sz="1000"/>
            </a:lvl3pPr>
            <a:lvl4pPr indent="-228600" lvl="3" marL="1828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4pPr>
            <a:lvl5pPr indent="-228600" lvl="4" marL="22860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5pPr>
            <a:lvl6pPr indent="-228600" lvl="5" marL="27432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6pPr>
            <a:lvl7pPr indent="-228600" lvl="6" marL="32004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7pPr>
            <a:lvl8pPr indent="-228600" lvl="7" marL="36576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8pPr>
            <a:lvl9pPr indent="-228600" lvl="8" marL="4114800" algn="l">
              <a:spcBef>
                <a:spcPts val="1000"/>
              </a:spcBef>
              <a:spcAft>
                <a:spcPts val="0"/>
              </a:spcAft>
              <a:buSzPts val="720"/>
              <a:buNone/>
              <a:defRPr sz="900"/>
            </a:lvl9pPr>
          </a:lstStyle>
          <a:p/>
        </p:txBody>
      </p:sp>
      <p:cxnSp>
        <p:nvCxnSpPr>
          <p:cNvPr id="216" name="Google Shape;216;p27"/>
          <p:cNvCxnSpPr/>
          <p:nvPr/>
        </p:nvCxnSpPr>
        <p:spPr>
          <a:xfrm>
            <a:off x="4405831" y="2569633"/>
            <a:ext cx="0" cy="3492499"/>
          </a:xfrm>
          <a:prstGeom prst="straightConnector1">
            <a:avLst/>
          </a:prstGeom>
          <a:noFill/>
          <a:ln cap="flat" cmpd="sng" w="12700">
            <a:solidFill>
              <a:schemeClr val="accent1">
                <a:alpha val="40000"/>
              </a:schemeClr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217" name="Google Shape;217;p27"/>
          <p:cNvCxnSpPr/>
          <p:nvPr/>
        </p:nvCxnSpPr>
        <p:spPr>
          <a:xfrm>
            <a:off x="7797802" y="2569633"/>
            <a:ext cx="0" cy="3492499"/>
          </a:xfrm>
          <a:prstGeom prst="straightConnector1">
            <a:avLst/>
          </a:prstGeom>
          <a:noFill/>
          <a:ln cap="flat" cmpd="sng" w="12700">
            <a:solidFill>
              <a:schemeClr val="accent1">
                <a:alpha val="40000"/>
              </a:schemeClr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18" name="Google Shape;218;p27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9" name="Google Shape;219;p27"/>
          <p:cNvSpPr txBox="1"/>
          <p:nvPr>
            <p:ph idx="11" type="ftr"/>
          </p:nvPr>
        </p:nvSpPr>
        <p:spPr>
          <a:xfrm>
            <a:off x="561111" y="6391838"/>
            <a:ext cx="3644282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27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28"/>
          <p:cNvSpPr txBox="1"/>
          <p:nvPr>
            <p:ph type="title"/>
          </p:nvPr>
        </p:nvSpPr>
        <p:spPr>
          <a:xfrm>
            <a:off x="1154954" y="973668"/>
            <a:ext cx="8825659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3" name="Google Shape;223;p28"/>
          <p:cNvSpPr txBox="1"/>
          <p:nvPr>
            <p:ph idx="1" type="body"/>
          </p:nvPr>
        </p:nvSpPr>
        <p:spPr>
          <a:xfrm rot="5400000">
            <a:off x="3859634" y="-101179"/>
            <a:ext cx="3416300" cy="882565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224" name="Google Shape;224;p28"/>
          <p:cNvSpPr txBox="1"/>
          <p:nvPr>
            <p:ph idx="10" type="dt"/>
          </p:nvPr>
        </p:nvSpPr>
        <p:spPr>
          <a:xfrm>
            <a:off x="10695439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5" name="Google Shape;225;p28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6" name="Google Shape;226;p28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227" name="Shape 2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8" name="Google Shape;228;p29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29" name="Google Shape;229;p29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0" name="Google Shape;230;p2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1" name="Google Shape;231;p29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2" name="Google Shape;232;p2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2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4" name="Google Shape;234;p2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5" name="Google Shape;235;p29"/>
            <p:cNvSpPr/>
            <p:nvPr/>
          </p:nvSpPr>
          <p:spPr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6" name="Google Shape;236;p29"/>
            <p:cNvSpPr/>
            <p:nvPr/>
          </p:nvSpPr>
          <p:spPr>
            <a:xfrm rot="5101749">
              <a:off x="6294738" y="4577737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7" name="Google Shape;237;p29"/>
            <p:cNvSpPr/>
            <p:nvPr/>
          </p:nvSpPr>
          <p:spPr>
            <a:xfrm rot="5400000">
              <a:off x="4449232" y="2801721"/>
              <a:ext cx="6053670" cy="1254558"/>
            </a:xfrm>
            <a:custGeom>
              <a:rect b="b" l="l" r="r" t="t"/>
              <a:pathLst>
                <a:path extrusionOk="0" h="8000" w="10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238" name="Google Shape;238;p29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239" name="Google Shape;239;p29"/>
          <p:cNvSpPr txBox="1"/>
          <p:nvPr>
            <p:ph type="title"/>
          </p:nvPr>
        </p:nvSpPr>
        <p:spPr>
          <a:xfrm rot="5400000">
            <a:off x="6915923" y="2947780"/>
            <a:ext cx="4748590" cy="1409965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8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0" name="Google Shape;240;p29"/>
          <p:cNvSpPr txBox="1"/>
          <p:nvPr>
            <p:ph idx="1" type="body"/>
          </p:nvPr>
        </p:nvSpPr>
        <p:spPr>
          <a:xfrm rot="5400000">
            <a:off x="1908672" y="524749"/>
            <a:ext cx="4748590" cy="625602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1pPr>
            <a:lvl2pPr indent="-320040" lvl="1" marL="914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2pPr>
            <a:lvl3pPr indent="-320039" lvl="2" marL="1371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3pPr>
            <a:lvl4pPr indent="-320039" lvl="3" marL="1828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4pPr>
            <a:lvl5pPr indent="-320039" lvl="4" marL="22860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5pPr>
            <a:lvl6pPr indent="-320039" lvl="5" marL="27432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6pPr>
            <a:lvl7pPr indent="-320039" lvl="6" marL="32004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7pPr>
            <a:lvl8pPr indent="-320040" lvl="7" marL="36576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8pPr>
            <a:lvl9pPr indent="-320040" lvl="8" marL="4114800" algn="l">
              <a:spcBef>
                <a:spcPts val="1000"/>
              </a:spcBef>
              <a:spcAft>
                <a:spcPts val="0"/>
              </a:spcAft>
              <a:buSzPts val="1440"/>
              <a:buChar char="►"/>
              <a:defRPr/>
            </a:lvl9pPr>
          </a:lstStyle>
          <a:p/>
        </p:txBody>
      </p:sp>
      <p:sp>
        <p:nvSpPr>
          <p:cNvPr id="241" name="Google Shape;241;p29"/>
          <p:cNvSpPr txBox="1"/>
          <p:nvPr>
            <p:ph idx="10" type="dt"/>
          </p:nvPr>
        </p:nvSpPr>
        <p:spPr>
          <a:xfrm>
            <a:off x="10653104" y="6391838"/>
            <a:ext cx="992135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2" name="Google Shape;242;p29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3" name="Google Shape;243;p29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4" name="Google Shape;244;p29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algn="ctr">
              <a:spcBef>
                <a:spcPts val="0"/>
              </a:spcBef>
              <a:buNone/>
              <a:defRPr/>
            </a:lvl1pPr>
            <a:lvl2pPr indent="0" lvl="1" marL="0" algn="ctr">
              <a:spcBef>
                <a:spcPts val="0"/>
              </a:spcBef>
              <a:buNone/>
              <a:defRPr/>
            </a:lvl2pPr>
            <a:lvl3pPr indent="0" lvl="2" marL="0" algn="ctr">
              <a:spcBef>
                <a:spcPts val="0"/>
              </a:spcBef>
              <a:buNone/>
              <a:defRPr/>
            </a:lvl3pPr>
            <a:lvl4pPr indent="0" lvl="3" marL="0" algn="ctr">
              <a:spcBef>
                <a:spcPts val="0"/>
              </a:spcBef>
              <a:buNone/>
              <a:defRPr/>
            </a:lvl4pPr>
            <a:lvl5pPr indent="0" lvl="4" marL="0" algn="ctr">
              <a:spcBef>
                <a:spcPts val="0"/>
              </a:spcBef>
              <a:buNone/>
              <a:defRPr/>
            </a:lvl5pPr>
            <a:lvl6pPr indent="0" lvl="5" marL="0" algn="ctr">
              <a:spcBef>
                <a:spcPts val="0"/>
              </a:spcBef>
              <a:buNone/>
              <a:defRPr/>
            </a:lvl6pPr>
            <a:lvl7pPr indent="0" lvl="6" marL="0" algn="ctr">
              <a:spcBef>
                <a:spcPts val="0"/>
              </a:spcBef>
              <a:buNone/>
              <a:defRPr/>
            </a:lvl7pPr>
            <a:lvl8pPr indent="0" lvl="7" marL="0" algn="ctr">
              <a:spcBef>
                <a:spcPts val="0"/>
              </a:spcBef>
              <a:buNone/>
              <a:defRPr/>
            </a:lvl8pPr>
            <a:lvl9pPr indent="0" lvl="8" marL="0" algn="ctr">
              <a:spcBef>
                <a:spcPts val="0"/>
              </a:spcBef>
              <a:buNone/>
              <a:defRPr/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7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15.xml"/><Relationship Id="rId5" Type="http://schemas.openxmlformats.org/officeDocument/2006/relationships/slideLayout" Target="../slideLayouts/slideLayout4.xml"/><Relationship Id="rId19" Type="http://schemas.openxmlformats.org/officeDocument/2006/relationships/theme" Target="../theme/theme2.xml"/><Relationship Id="rId6" Type="http://schemas.openxmlformats.org/officeDocument/2006/relationships/slideLayout" Target="../slideLayouts/slideLayout5.xml"/><Relationship Id="rId18" Type="http://schemas.openxmlformats.org/officeDocument/2006/relationships/slideLayout" Target="../slideLayouts/slideLayout17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oogle Shape;6;p1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Google Shape;7;p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 rotWithShape="1">
              <a:blip r:embed="rId1">
                <a:alphaModFix/>
              </a:blip>
              <a:stretch>
                <a:fillRect b="0" l="0" r="0" t="0"/>
              </a:stretch>
            </a:blip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" name="Google Shape;8;p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>
              <a:gsLst>
                <a:gs pos="0">
                  <a:srgbClr val="9B6BF2">
                    <a:alpha val="10980"/>
                  </a:srgbClr>
                </a:gs>
                <a:gs pos="36000">
                  <a:srgbClr val="9B6BF2">
                    <a:alpha val="9803"/>
                  </a:srgbClr>
                </a:gs>
                <a:gs pos="75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" name="Google Shape;9;p12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>
              <a:gsLst>
                <a:gs pos="0">
                  <a:srgbClr val="9B6BF2">
                    <a:alpha val="7843"/>
                  </a:srgbClr>
                </a:gs>
                <a:gs pos="36000">
                  <a:srgbClr val="9B6BF2">
                    <a:alpha val="7843"/>
                  </a:srgbClr>
                </a:gs>
                <a:gs pos="72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" name="Google Shape;10;p1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66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1" name="Google Shape;11;p12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>
              <a:gsLst>
                <a:gs pos="0">
                  <a:srgbClr val="9B6BF2">
                    <a:alpha val="6666"/>
                  </a:srgbClr>
                </a:gs>
                <a:gs pos="36000">
                  <a:srgbClr val="9B6BF2">
                    <a:alpha val="5882"/>
                  </a:srgbClr>
                </a:gs>
                <a:gs pos="69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2" name="Google Shape;12;p12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>
              <a:gsLst>
                <a:gs pos="0">
                  <a:srgbClr val="9B6BF2">
                    <a:alpha val="13725"/>
                  </a:srgbClr>
                </a:gs>
                <a:gs pos="36000">
                  <a:srgbClr val="9B6BF2">
                    <a:alpha val="6666"/>
                  </a:srgbClr>
                </a:gs>
                <a:gs pos="73000">
                  <a:srgbClr val="9B6BF2">
                    <a:alpha val="0"/>
                  </a:srgbClr>
                </a:gs>
                <a:gs pos="100000">
                  <a:srgbClr val="9B6BF2">
                    <a:alpha val="0"/>
                  </a:srgbClr>
                </a:gs>
              </a:gsLst>
              <a:path path="circle">
                <a:fillToRect b="50%" l="50%" r="50%" t="50%"/>
              </a:path>
              <a:tileRect/>
            </a:gra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3" name="Google Shape;13;p12"/>
            <p:cNvSpPr/>
            <p:nvPr/>
          </p:nvSpPr>
          <p:spPr>
            <a:xfrm rot="-589932">
              <a:off x="8490951" y="1797517"/>
              <a:ext cx="3299407" cy="440924"/>
            </a:xfrm>
            <a:custGeom>
              <a:rect b="b" l="l" r="r" t="t"/>
              <a:pathLst>
                <a:path extrusionOk="0" h="5291" w="10000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lt1">
                <a:alpha val="20000"/>
              </a:schemeClr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4" name="Google Shape;14;p12"/>
            <p:cNvSpPr/>
            <p:nvPr/>
          </p:nvSpPr>
          <p:spPr>
            <a:xfrm>
              <a:off x="459506" y="1866405"/>
              <a:ext cx="11277600" cy="4533900"/>
            </a:xfrm>
            <a:custGeom>
              <a:rect b="b" l="l" r="r" t="t"/>
              <a:pathLst>
                <a:path extrusionOk="0" h="2856" w="7104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  <p:sp>
          <p:nvSpPr>
            <p:cNvPr id="15" name="Google Shape;15;p12"/>
            <p:cNvSpPr/>
            <p:nvPr/>
          </p:nvSpPr>
          <p:spPr>
            <a:xfrm>
              <a:off x="0" y="1587"/>
              <a:ext cx="12192000" cy="6856413"/>
            </a:xfrm>
            <a:custGeom>
              <a:rect b="b" l="l" r="r" t="t"/>
              <a:pathLst>
                <a:path extrusionOk="0" h="8638" w="15356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</p:sp>
      </p:grpSp>
      <p:sp>
        <p:nvSpPr>
          <p:cNvPr id="16" name="Google Shape;16;p12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  <a:defRPr b="0" i="0" sz="3600" u="none" cap="none" strike="noStrike">
                <a:solidFill>
                  <a:schemeClr val="lt2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17" name="Google Shape;17;p12"/>
          <p:cNvSpPr txBox="1"/>
          <p:nvPr>
            <p:ph idx="1" type="body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20040" lvl="0" marL="4572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40"/>
              <a:buFont typeface="Noto Sans Symbols"/>
              <a:buChar char="►"/>
              <a:defRPr b="0" i="0" sz="18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09880" lvl="1" marL="9144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280"/>
              <a:buFont typeface="Noto Sans Symbols"/>
              <a:buChar char="►"/>
              <a:defRPr b="0" i="0" sz="16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299719" lvl="2" marL="13716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120"/>
              <a:buFont typeface="Noto Sans Symbols"/>
              <a:buChar char="►"/>
              <a:defRPr b="0" i="0" sz="14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289560" lvl="3" marL="18288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289560" lvl="4" marL="22860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289560" lvl="5" marL="27432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-289560" lvl="6" marL="32004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-289559" lvl="7" marL="36576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-289559" lvl="8" marL="4114800" marR="0" rtl="0" algn="l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960"/>
              <a:buFont typeface="Noto Sans Symbols"/>
              <a:buChar char="►"/>
              <a:defRPr b="0" i="0" sz="1200" u="none" cap="none" strike="noStrike">
                <a:solidFill>
                  <a:srgbClr val="3F3F3F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8" name="Google Shape;18;p12"/>
          <p:cNvSpPr txBox="1"/>
          <p:nvPr>
            <p:ph idx="10" type="dt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0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19" name="Google Shape;19;p12"/>
          <p:cNvSpPr txBox="1"/>
          <p:nvPr>
            <p:ph idx="11" type="ftr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1000" u="none" cap="none" strike="noStrike">
                <a:solidFill>
                  <a:schemeClr val="accen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/>
        </p:txBody>
      </p:sp>
      <p:sp>
        <p:nvSpPr>
          <p:cNvPr id="20" name="Google Shape;20;p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38100" rotWithShape="0" dir="5400000" dist="25400">
              <a:srgbClr val="000000">
                <a:alpha val="44705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12"/>
          <p:cNvSpPr txBox="1"/>
          <p:nvPr>
            <p:ph idx="12" type="sldNum"/>
          </p:nvPr>
        </p:nvSpPr>
        <p:spPr>
          <a:xfrm>
            <a:off x="10352540" y="295729"/>
            <a:ext cx="838199" cy="7676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0" lvl="0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ctr">
              <a:spcBef>
                <a:spcPts val="0"/>
              </a:spcBef>
              <a:buNone/>
              <a:defRPr b="0" i="0" sz="28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1"/>
          <p:cNvSpPr txBox="1"/>
          <p:nvPr>
            <p:ph type="ctrTitle"/>
          </p:nvPr>
        </p:nvSpPr>
        <p:spPr>
          <a:xfrm>
            <a:off x="1154955" y="2099733"/>
            <a:ext cx="8825658" cy="267764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5400"/>
              <a:buFont typeface="Century Gothic"/>
              <a:buNone/>
            </a:pPr>
            <a:r>
              <a:rPr lang="en-US"/>
              <a:t>COSC 213 Final Project:</a:t>
            </a:r>
            <a:br>
              <a:rPr lang="en-US"/>
            </a:br>
            <a:r>
              <a:rPr lang="en-US"/>
              <a:t>Online Booking System</a:t>
            </a:r>
            <a:endParaRPr/>
          </a:p>
        </p:txBody>
      </p:sp>
      <p:sp>
        <p:nvSpPr>
          <p:cNvPr id="250" name="Google Shape;250;p1"/>
          <p:cNvSpPr txBox="1"/>
          <p:nvPr>
            <p:ph idx="1" type="subTitle"/>
          </p:nvPr>
        </p:nvSpPr>
        <p:spPr>
          <a:xfrm>
            <a:off x="1154955" y="4777379"/>
            <a:ext cx="8825658" cy="121847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rPr lang="en-US"/>
              <a:t>RYLAN BRENNAN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/>
              <a:t>CONNOR WHITE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rPr lang="en-US"/>
              <a:t>SAMUEL HOLMES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Agenda</a:t>
            </a:r>
            <a:endParaRPr/>
          </a:p>
        </p:txBody>
      </p:sp>
      <p:sp>
        <p:nvSpPr>
          <p:cNvPr id="256" name="Google Shape;256;p2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1. Project Overview &amp; Core Requirements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2. System Architecture &amp; Features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3. User Experience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4. Admin Management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5. Implementation of Advanced Features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6. Q&amp;A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Project Overview</a:t>
            </a:r>
            <a:endParaRPr/>
          </a:p>
        </p:txBody>
      </p:sp>
      <p:sp>
        <p:nvSpPr>
          <p:cNvPr id="262" name="Google Shape;262;p3"/>
          <p:cNvSpPr txBox="1"/>
          <p:nvPr>
            <p:ph idx="1" type="body"/>
          </p:nvPr>
        </p:nvSpPr>
        <p:spPr>
          <a:xfrm>
            <a:off x="1154950" y="2603500"/>
            <a:ext cx="8825700" cy="3810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Manual booking is time consuming and prone to error, our product provides automated online booking for easy scheduling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Target Clients: </a:t>
            </a:r>
            <a:r>
              <a:rPr lang="en-US"/>
              <a:t>Hotels, party venues, private gyms, etc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Target Users: </a:t>
            </a:r>
            <a:r>
              <a:rPr lang="en-US"/>
              <a:t>Staff, Administrators, Customers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Value Proposition: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24/7 booking availability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Reduced administrative workload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Minimizes Scheduling conflicts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Improved customer experience</a:t>
            </a:r>
            <a:endParaRPr/>
          </a:p>
          <a:p>
            <a:pPr indent="-295910" lvl="1" marL="74295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Only Requirement: Change header on site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Core Features – Public Facing</a:t>
            </a:r>
            <a:endParaRPr/>
          </a:p>
        </p:txBody>
      </p:sp>
      <p:sp>
        <p:nvSpPr>
          <p:cNvPr id="268" name="Google Shape;268;p4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Service Listing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Public webpage with descriptions, pricing, etc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Clear availability indicators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Calendar Interface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Weekly Grid that displays available and booked timeslots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Booking Form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Users select service, date, and time and provide information(name, email) to make a booking</a:t>
            </a:r>
            <a:endParaRPr/>
          </a:p>
          <a:p>
            <a:pPr indent="-251459" lvl="0" marL="342900" rtl="0" algn="l">
              <a:spcBef>
                <a:spcPts val="100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5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Core Features - Admin</a:t>
            </a:r>
            <a:endParaRPr/>
          </a:p>
        </p:txBody>
      </p:sp>
      <p:sp>
        <p:nvSpPr>
          <p:cNvPr id="274" name="Google Shape;274;p5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Admin Panel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Password-protected dashboard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Calendar views of bookings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Approve/Cancel functionality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Availability Logic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Prevent double-booking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6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System Architecture Overview</a:t>
            </a:r>
            <a:endParaRPr/>
          </a:p>
        </p:txBody>
      </p:sp>
      <p:sp>
        <p:nvSpPr>
          <p:cNvPr id="280" name="Google Shape;280;p6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Frontend: </a:t>
            </a:r>
            <a:r>
              <a:rPr lang="en-US"/>
              <a:t>Responsive Web Interface (HTML)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Backend: </a:t>
            </a:r>
            <a:r>
              <a:rPr lang="en-US"/>
              <a:t>Server-Side Framework (PHP)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b="1" lang="en-US"/>
              <a:t>Database: </a:t>
            </a:r>
            <a:r>
              <a:rPr lang="en-US"/>
              <a:t>Relational Database (MySQL)</a:t>
            </a:r>
            <a:endParaRPr/>
          </a:p>
        </p:txBody>
      </p:sp>
      <p:pic>
        <p:nvPicPr>
          <p:cNvPr descr="A long thin line on a white background&#10;&#10;AI-generated content may be incorrect." id="281" name="Google Shape;281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211060" y="4311650"/>
            <a:ext cx="8649199" cy="18870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7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User Experience: Booking Process</a:t>
            </a:r>
            <a:endParaRPr/>
          </a:p>
        </p:txBody>
      </p:sp>
      <p:sp>
        <p:nvSpPr>
          <p:cNvPr id="287" name="Google Shape;287;p7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1. Browse services on public page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2. Select desired service and view availability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3</a:t>
            </a:r>
            <a:r>
              <a:rPr lang="en-US"/>
              <a:t>. Create user account for future bookings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4. Choose preferred date and time from calendar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5. Complete booking and provide personal details</a:t>
            </a:r>
            <a:endParaRPr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8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Admin Experience – Management Capabilities </a:t>
            </a:r>
            <a:endParaRPr/>
          </a:p>
        </p:txBody>
      </p:sp>
      <p:sp>
        <p:nvSpPr>
          <p:cNvPr id="293" name="Google Shape;293;p8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Admin Dashboard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Prevention of Double Bookings</a:t>
            </a:r>
            <a:endParaRPr/>
          </a:p>
          <a:p>
            <a:pPr indent="-342900" lvl="0" marL="342900" rtl="0" algn="l">
              <a:spcBef>
                <a:spcPts val="100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Ability to view and cancel every booking.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9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Advanced Features: User Accounts</a:t>
            </a:r>
            <a:endParaRPr/>
          </a:p>
        </p:txBody>
      </p:sp>
      <p:sp>
        <p:nvSpPr>
          <p:cNvPr id="299" name="Google Shape;299;p9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Users can create an optional account for improved functionality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View booking history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Manage upcoming appointments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10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Advanced Features: User-Managed Cancellations</a:t>
            </a:r>
            <a:endParaRPr/>
          </a:p>
        </p:txBody>
      </p:sp>
      <p:sp>
        <p:nvSpPr>
          <p:cNvPr id="305" name="Google Shape;305;p10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342900" lvl="0" marL="342900" rtl="0" algn="l">
              <a:spcBef>
                <a:spcPts val="0"/>
              </a:spcBef>
              <a:spcAft>
                <a:spcPts val="0"/>
              </a:spcAft>
              <a:buSzPts val="1440"/>
              <a:buChar char="►"/>
            </a:pPr>
            <a:r>
              <a:rPr lang="en-US"/>
              <a:t>Allows users that are logged in to cancel bookings up to a certain time (24 hours) before the appointment</a:t>
            </a:r>
            <a:endParaRPr/>
          </a:p>
          <a:p>
            <a:pPr indent="-285750" lvl="1" marL="742950" rtl="0" algn="l">
              <a:spcBef>
                <a:spcPts val="1000"/>
              </a:spcBef>
              <a:spcAft>
                <a:spcPts val="0"/>
              </a:spcAft>
              <a:buSzPts val="1280"/>
              <a:buChar char="►"/>
            </a:pPr>
            <a:r>
              <a:rPr lang="en-US"/>
              <a:t>Users must create an account to access this feature, as well as create a booking in the first place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11"/>
          <p:cNvSpPr txBox="1"/>
          <p:nvPr>
            <p:ph type="title"/>
          </p:nvPr>
        </p:nvSpPr>
        <p:spPr>
          <a:xfrm>
            <a:off x="1154954" y="973668"/>
            <a:ext cx="8761413" cy="706964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Century Gothic"/>
              <a:buNone/>
            </a:pPr>
            <a:r>
              <a:rPr lang="en-US"/>
              <a:t>Q &amp; A</a:t>
            </a:r>
            <a:endParaRPr/>
          </a:p>
        </p:txBody>
      </p:sp>
      <p:sp>
        <p:nvSpPr>
          <p:cNvPr id="311" name="Google Shape;311;p11"/>
          <p:cNvSpPr txBox="1"/>
          <p:nvPr>
            <p:ph idx="1" type="body"/>
          </p:nvPr>
        </p:nvSpPr>
        <p:spPr>
          <a:xfrm>
            <a:off x="1154954" y="2603500"/>
            <a:ext cx="8825659" cy="341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/>
          <a:p>
            <a:pPr indent="-251459" lvl="0" marL="342900" rtl="0" algn="l">
              <a:spcBef>
                <a:spcPts val="0"/>
              </a:spcBef>
              <a:spcAft>
                <a:spcPts val="0"/>
              </a:spcAft>
              <a:buSzPts val="144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on Boardroom">
  <a:themeElements>
    <a:clrScheme name="Ion Boardroom">
      <a:dk1>
        <a:srgbClr val="000000"/>
      </a:dk1>
      <a:lt1>
        <a:srgbClr val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2025-12-05T15:55:40Z</dcterms:created>
  <dc:creator>Samuel Holmes</dc:creator>
</cp:coreProperties>
</file>