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4ACA3-26D0-1DA4-2785-963C8FFAFFD8}" v="11" dt="2025-12-05T21:26:55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2"/>
    <p:restoredTop sz="94658"/>
  </p:normalViewPr>
  <p:slideViewPr>
    <p:cSldViewPr snapToGrid="0">
      <p:cViewPr varScale="1">
        <p:scale>
          <a:sx n="120" d="100"/>
          <a:sy n="120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83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3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66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59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1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7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81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1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15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8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94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49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76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79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32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08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8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94BE371-8C94-8B44-82F2-D6F5219EB9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9825318-B58A-604F-9983-50E94EF86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5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6" r:id="rId11"/>
    <p:sldLayoutId id="2147484057" r:id="rId12"/>
    <p:sldLayoutId id="2147484058" r:id="rId13"/>
    <p:sldLayoutId id="2147484059" r:id="rId14"/>
    <p:sldLayoutId id="2147484060" r:id="rId15"/>
    <p:sldLayoutId id="2147484061" r:id="rId16"/>
    <p:sldLayoutId id="214748406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D35E-067F-2D15-D263-C56DB138C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COSC 213 Final Project:</a:t>
            </a:r>
            <a:br>
              <a:rPr lang="en-US" dirty="0"/>
            </a:br>
            <a:r>
              <a:rPr lang="en-US" dirty="0"/>
              <a:t>Online Booking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D81E5-2E56-C238-CF49-1474819ED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218471"/>
          </a:xfrm>
        </p:spPr>
        <p:txBody>
          <a:bodyPr>
            <a:normAutofit/>
          </a:bodyPr>
          <a:lstStyle/>
          <a:p>
            <a:r>
              <a:rPr lang="en-US" dirty="0"/>
              <a:t>Rylan </a:t>
            </a:r>
            <a:r>
              <a:rPr lang="en-US" dirty="0" err="1"/>
              <a:t>brennan</a:t>
            </a:r>
            <a:endParaRPr lang="en-US" dirty="0"/>
          </a:p>
          <a:p>
            <a:r>
              <a:rPr lang="en-US" dirty="0" err="1"/>
              <a:t>connor</a:t>
            </a:r>
            <a:r>
              <a:rPr lang="en-US" dirty="0"/>
              <a:t> white</a:t>
            </a:r>
          </a:p>
          <a:p>
            <a:r>
              <a:rPr lang="en-US" dirty="0" err="1"/>
              <a:t>samuel</a:t>
            </a:r>
            <a:r>
              <a:rPr lang="en-US" dirty="0"/>
              <a:t> </a:t>
            </a:r>
            <a:r>
              <a:rPr lang="en-US" dirty="0" err="1"/>
              <a:t>holmes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244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2031-FA02-1177-176D-25082907B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8779E-42FC-79A2-4C2E-7D33C8DBA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Project Overview &amp; Core Requirements</a:t>
            </a:r>
          </a:p>
          <a:p>
            <a:r>
              <a:rPr lang="en-US" dirty="0"/>
              <a:t>2. System Architecture &amp; Features</a:t>
            </a:r>
          </a:p>
          <a:p>
            <a:r>
              <a:rPr lang="en-US" dirty="0"/>
              <a:t>3. User Experience</a:t>
            </a:r>
          </a:p>
          <a:p>
            <a:r>
              <a:rPr lang="en-US" dirty="0"/>
              <a:t>4. Admin Management</a:t>
            </a:r>
          </a:p>
          <a:p>
            <a:r>
              <a:rPr lang="en-US" dirty="0"/>
              <a:t>5. Implementation of Advanced Features</a:t>
            </a:r>
          </a:p>
          <a:p>
            <a:r>
              <a:rPr lang="en-US" dirty="0"/>
              <a:t>6. Q&amp;A</a:t>
            </a:r>
          </a:p>
        </p:txBody>
      </p:sp>
    </p:spTree>
    <p:extLst>
      <p:ext uri="{BB962C8B-B14F-4D97-AF65-F5344CB8AC3E}">
        <p14:creationId xmlns:p14="http://schemas.microsoft.com/office/powerpoint/2010/main" val="2432286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18E17-E03A-7AEE-57B9-9EA7AB55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3256-9DB7-B40A-9FBD-17516F791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 booking is time consuming and prone to error, our product provides automated online booking for easy scheduling</a:t>
            </a:r>
          </a:p>
          <a:p>
            <a:r>
              <a:rPr lang="en-US" b="1" dirty="0"/>
              <a:t>Target Clients: </a:t>
            </a:r>
            <a:r>
              <a:rPr lang="en-US" dirty="0"/>
              <a:t>Hotels, party venues, hiking trails,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b="1" dirty="0"/>
              <a:t>Target Users: </a:t>
            </a:r>
            <a:r>
              <a:rPr lang="en-US" dirty="0"/>
              <a:t>Staff, Administrators, Customers</a:t>
            </a:r>
          </a:p>
          <a:p>
            <a:r>
              <a:rPr lang="en-US" b="1" dirty="0"/>
              <a:t>Value Proposition:</a:t>
            </a:r>
          </a:p>
          <a:p>
            <a:pPr lvl="1"/>
            <a:r>
              <a:rPr lang="en-US" dirty="0"/>
              <a:t>24/7 booking availability</a:t>
            </a:r>
          </a:p>
          <a:p>
            <a:pPr lvl="1"/>
            <a:r>
              <a:rPr lang="en-US" dirty="0"/>
              <a:t>Reduced administrative workload</a:t>
            </a:r>
          </a:p>
          <a:p>
            <a:pPr lvl="1"/>
            <a:r>
              <a:rPr lang="en-US" dirty="0"/>
              <a:t>Minimizes Scheduling conflicts</a:t>
            </a:r>
          </a:p>
          <a:p>
            <a:pPr lvl="1"/>
            <a:r>
              <a:rPr lang="en-US" dirty="0"/>
              <a:t>Improved customer experience</a:t>
            </a:r>
          </a:p>
        </p:txBody>
      </p:sp>
    </p:spTree>
    <p:extLst>
      <p:ext uri="{BB962C8B-B14F-4D97-AF65-F5344CB8AC3E}">
        <p14:creationId xmlns:p14="http://schemas.microsoft.com/office/powerpoint/2010/main" val="25295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CFA6-C3B7-45C3-B721-F532F073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Features – Public Facing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3BC79-5DA2-C016-0586-4D0ED9DC7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Service Listing</a:t>
            </a:r>
          </a:p>
          <a:p>
            <a:pPr lvl="1"/>
            <a:r>
              <a:rPr lang="en-US" dirty="0"/>
              <a:t>Public webpage with descriptions, pricing,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Clear availability indicators</a:t>
            </a:r>
          </a:p>
          <a:p>
            <a:r>
              <a:rPr lang="en-US" b="1" dirty="0"/>
              <a:t>Calendar Interface</a:t>
            </a:r>
          </a:p>
          <a:p>
            <a:pPr lvl="1"/>
            <a:r>
              <a:rPr lang="en-US" dirty="0"/>
              <a:t>Weekly Grid that displays available and booked timeslots</a:t>
            </a:r>
          </a:p>
          <a:p>
            <a:r>
              <a:rPr lang="en-US" b="1" dirty="0"/>
              <a:t>Booking Form</a:t>
            </a:r>
          </a:p>
          <a:p>
            <a:pPr lvl="1"/>
            <a:r>
              <a:rPr lang="en-US" dirty="0"/>
              <a:t>Users select service, date, and time and provide information(name, email) to make a booking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664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8A49-8B8B-EF46-822F-7A4CB435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Features - 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482B6-DFE2-D7A0-77E7-9F1701E34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Admin Panel</a:t>
            </a:r>
          </a:p>
          <a:p>
            <a:pPr lvl="1"/>
            <a:r>
              <a:rPr lang="en-US" dirty="0"/>
              <a:t>Password-protected dashboard</a:t>
            </a:r>
          </a:p>
          <a:p>
            <a:pPr lvl="1"/>
            <a:r>
              <a:rPr lang="en-US" dirty="0"/>
              <a:t>Calendar views of bookings</a:t>
            </a:r>
          </a:p>
          <a:p>
            <a:pPr lvl="1"/>
            <a:r>
              <a:rPr lang="en-US" dirty="0"/>
              <a:t>Approve/Cancel functionality</a:t>
            </a:r>
          </a:p>
          <a:p>
            <a:r>
              <a:rPr lang="en-US" b="1" dirty="0"/>
              <a:t>Automated Email Confirmation</a:t>
            </a:r>
          </a:p>
          <a:p>
            <a:pPr lvl="1"/>
            <a:r>
              <a:rPr lang="en-US" dirty="0"/>
              <a:t>Immediate confirmation upon booking</a:t>
            </a:r>
          </a:p>
          <a:p>
            <a:r>
              <a:rPr lang="en-US" b="1" dirty="0"/>
              <a:t>Availability Logic</a:t>
            </a:r>
          </a:p>
          <a:p>
            <a:pPr lvl="1"/>
            <a:r>
              <a:rPr lang="en-US" dirty="0"/>
              <a:t>Prevent double-booking </a:t>
            </a:r>
          </a:p>
        </p:txBody>
      </p:sp>
    </p:spTree>
    <p:extLst>
      <p:ext uri="{BB962C8B-B14F-4D97-AF65-F5344CB8AC3E}">
        <p14:creationId xmlns:p14="http://schemas.microsoft.com/office/powerpoint/2010/main" val="2316910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3571-5E08-C3C3-C22C-0976E82F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9DEA4-D049-A067-1FE2-2AF92AE43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Frontend: </a:t>
            </a:r>
            <a:r>
              <a:rPr lang="en-US" dirty="0"/>
              <a:t>Responsive Web Interface (HTML)</a:t>
            </a:r>
          </a:p>
          <a:p>
            <a:r>
              <a:rPr lang="en-US" b="1" dirty="0"/>
              <a:t>Backend: </a:t>
            </a:r>
            <a:r>
              <a:rPr lang="en-US" dirty="0"/>
              <a:t>Server-Side Framework (PHP)</a:t>
            </a:r>
          </a:p>
          <a:p>
            <a:r>
              <a:rPr lang="en-US" b="1" dirty="0"/>
              <a:t>Database: </a:t>
            </a:r>
            <a:r>
              <a:rPr lang="en-US" dirty="0"/>
              <a:t>Relational Database (MySQL)</a:t>
            </a:r>
          </a:p>
        </p:txBody>
      </p:sp>
      <p:pic>
        <p:nvPicPr>
          <p:cNvPr id="5" name="Picture 4" descr="A long thin line on a white background&#10;&#10;AI-generated content may be incorrect.">
            <a:extLst>
              <a:ext uri="{FF2B5EF4-FFF2-40B4-BE49-F238E27FC236}">
                <a16:creationId xmlns:a16="http://schemas.microsoft.com/office/drawing/2014/main" id="{F5A84102-350F-DA85-7148-0497C4B9D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060" y="4311650"/>
            <a:ext cx="8649199" cy="188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827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AFA7-1236-C409-582E-C0B9016BA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Experience: Booking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5D7BC-DC7D-A4F7-3EEE-7E5F925F5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1. Browse services on public page</a:t>
            </a:r>
          </a:p>
          <a:p>
            <a:r>
              <a:rPr lang="en-US" dirty="0"/>
              <a:t>2. Select desired service and view availability</a:t>
            </a:r>
          </a:p>
          <a:p>
            <a:r>
              <a:rPr lang="en-US" dirty="0"/>
              <a:t>3. Choose preferred date and time from calendar</a:t>
            </a:r>
          </a:p>
          <a:p>
            <a:r>
              <a:rPr lang="en-US" dirty="0"/>
              <a:t>4. Complete booking and provide personal details</a:t>
            </a:r>
          </a:p>
          <a:p>
            <a:r>
              <a:rPr lang="en-US" dirty="0"/>
              <a:t>5. Receive Email confirmation</a:t>
            </a:r>
          </a:p>
        </p:txBody>
      </p:sp>
    </p:spTree>
    <p:extLst>
      <p:ext uri="{BB962C8B-B14F-4D97-AF65-F5344CB8AC3E}">
        <p14:creationId xmlns:p14="http://schemas.microsoft.com/office/powerpoint/2010/main" val="2568769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9DBC-B18E-B571-998C-1B542F2A2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Experience – Management Capabilities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A1D8A-4AB9-1FD9-08C7-1A63D49C2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Admin Dashboard</a:t>
            </a:r>
          </a:p>
          <a:p>
            <a:r>
              <a:rPr lang="en-US" dirty="0"/>
              <a:t>Prevention of Double Bookings</a:t>
            </a:r>
          </a:p>
          <a:p>
            <a:r>
              <a:rPr lang="en-US" dirty="0"/>
              <a:t>Automated Email Confirmation</a:t>
            </a:r>
          </a:p>
        </p:txBody>
      </p:sp>
    </p:spTree>
    <p:extLst>
      <p:ext uri="{BB962C8B-B14F-4D97-AF65-F5344CB8AC3E}">
        <p14:creationId xmlns:p14="http://schemas.microsoft.com/office/powerpoint/2010/main" val="1891876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FB43E-FD68-2924-15D3-B3A80019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Features: User 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5C9AD-2941-4FB8-18FC-61A33A8EF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can create an optional account for improved functionality</a:t>
            </a:r>
          </a:p>
          <a:p>
            <a:pPr lvl="1"/>
            <a:r>
              <a:rPr lang="en-US" dirty="0"/>
              <a:t>View booking history</a:t>
            </a:r>
          </a:p>
          <a:p>
            <a:pPr lvl="1"/>
            <a:r>
              <a:rPr lang="en-US" dirty="0"/>
              <a:t>Manage upcoming appointments</a:t>
            </a:r>
          </a:p>
        </p:txBody>
      </p:sp>
    </p:spTree>
    <p:extLst>
      <p:ext uri="{BB962C8B-B14F-4D97-AF65-F5344CB8AC3E}">
        <p14:creationId xmlns:p14="http://schemas.microsoft.com/office/powerpoint/2010/main" val="160239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927E-1DFC-50EF-A0AC-D5A374C8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EBDE-B107-7BE6-CC36-19F62D465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112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92</TotalTime>
  <Words>326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Ion Boardroom</vt:lpstr>
      <vt:lpstr>COSC 213 Final Project: Online Booking System</vt:lpstr>
      <vt:lpstr>Agenda</vt:lpstr>
      <vt:lpstr>Project Overview</vt:lpstr>
      <vt:lpstr>Core Features – Public Facing</vt:lpstr>
      <vt:lpstr>Core Features - Admin</vt:lpstr>
      <vt:lpstr>System Architecture Overview</vt:lpstr>
      <vt:lpstr>User Experience: Booking Process</vt:lpstr>
      <vt:lpstr>Admin Experience – Management Capabilities </vt:lpstr>
      <vt:lpstr>Advanced Features: User Accounts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Holmes</dc:creator>
  <cp:lastModifiedBy>Samuel Holmes</cp:lastModifiedBy>
  <cp:revision>27</cp:revision>
  <dcterms:created xsi:type="dcterms:W3CDTF">2025-12-05T15:55:40Z</dcterms:created>
  <dcterms:modified xsi:type="dcterms:W3CDTF">2025-12-05T21:26:59Z</dcterms:modified>
</cp:coreProperties>
</file>